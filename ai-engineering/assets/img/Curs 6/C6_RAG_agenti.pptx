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417320"/>
            <a:ext cx="64008" cy="237744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258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1719072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și agenti simpli: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context la raspuns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77240" y="31272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foloseste EchoChamber fragmentele recuperate in C5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Ingineria AI – Aplicatii cu agenti inteligenti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Datelor Complexe, Facultatea de Sociologie si Asistenta Sociala, UBB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 suntem în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138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8872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98448" y="1188720"/>
            <a:ext cx="7178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Prompturi si roluri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755648"/>
            <a:ext cx="8138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755648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98448" y="1755648"/>
            <a:ext cx="7178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tipologizat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322576"/>
            <a:ext cx="8138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322576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98448" y="2322576"/>
            <a:ext cx="7178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Regăsire semantică: alegem contextul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889504"/>
            <a:ext cx="8138160" cy="475488"/>
          </a:xfrm>
          <a:prstGeom prst="rect">
            <a:avLst/>
          </a:prstGeom>
          <a:solidFill>
            <a:srgbClr val="D6E4F0"/>
          </a:solidFill>
          <a:ln w="25400">
            <a:solidFill>
              <a:srgbClr val="2C5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889504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98448" y="2889504"/>
            <a:ext cx="7178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generăm răspunsuri cu context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456432"/>
            <a:ext cx="8138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456432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98448" y="3456432"/>
            <a:ext cx="7178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Orchestrare: coordonăm agenții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a raspuns la „ce context vede modelul?”. C6 raspunde la „ce face modelul cu acel context?”.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 6.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TEMATICĂ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353312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complet: context recuperat + răspuns generat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diferența dintre context factual și context discursiv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simplu = model + rol + context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șabloane de prompt pentru răspunsuri coerente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verificarea răspunsurilor generate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71800" y="1097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ACTIVITĂȚI PRACTICE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971800" y="1353312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încarcăm rezultatele din C5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 un prompt cu rol și context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generăm răspunsuri pentru un agent discursiv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comparăm răspunsuri între bule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verificăm dacă răspunsul folosește contextul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06440" y="1097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LIVRABILE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806440" y="1353312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C1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C6_01_rag_agent_response.ipynb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C1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core/agent.py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C1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prompts/agent_response_template.md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C1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outputs/c6_agent_tests.jsonl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26080" y="1234440"/>
            <a:ext cx="0" cy="2926080"/>
          </a:xfrm>
          <a:prstGeom prst="line">
            <a:avLst/>
          </a:prstGeom>
          <a:noFill/>
          <a:ln w="10160">
            <a:solidFill>
              <a:srgbClr val="E0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1234440"/>
            <a:ext cx="0" cy="2926080"/>
          </a:xfrm>
          <a:prstGeom prst="line">
            <a:avLst/>
          </a:prstGeom>
          <a:noFill/>
          <a:ln w="10160">
            <a:solidFill>
              <a:srgbClr val="E0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101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FINALUL C6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356616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avem primul agent RAG funcțional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putem genera răspunsuri ancorate în corpus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putem verifica dacă răspunsul folosește fragmentele recuperate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facem cu fragmentele din C5?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1556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C5, sistemul returnează fragmente relevante dintr-o bulă discursivă.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fragmentele nu sunt încă un răspuns. În C6 le transformăm în context pentru model.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901952"/>
            <a:ext cx="8138160" cy="475488"/>
          </a:xfrm>
          <a:prstGeom prst="rect">
            <a:avLst/>
          </a:prstGeom>
          <a:solidFill>
            <a:srgbClr val="2C5F8A"/>
          </a:solidFill>
          <a:ln w="7620">
            <a:solidFill>
              <a:srgbClr val="2C5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90195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80360" y="1901952"/>
            <a:ext cx="0" cy="475488"/>
          </a:xfrm>
          <a:prstGeom prst="line">
            <a:avLst/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90195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se întâmplă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06440" y="1901952"/>
            <a:ext cx="0" cy="475488"/>
          </a:xfrm>
          <a:prstGeom prst="line">
            <a:avLst/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190195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377440"/>
            <a:ext cx="8138160" cy="475488"/>
          </a:xfrm>
          <a:prstGeom prst="rect">
            <a:avLst/>
          </a:prstGeom>
          <a:solidFill>
            <a:srgbClr val="F8FBFE"/>
          </a:solidFill>
          <a:ln w="7620">
            <a:solidFill>
              <a:srgbClr val="DDEA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7744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Lipêm fragmentele direct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80360" y="2377440"/>
            <a:ext cx="0" cy="475488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237744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brut, fără structură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06440" y="2377440"/>
            <a:ext cx="0" cy="475488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237744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Modelul îl poate ignora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852928"/>
            <a:ext cx="81381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DEA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85292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Folosim un șablon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80360" y="2852928"/>
            <a:ext cx="0" cy="475488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285292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structurat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06440" y="2852928"/>
            <a:ext cx="0" cy="475488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285292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Răspuns mai stabil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328416"/>
            <a:ext cx="8138160" cy="475488"/>
          </a:xfrm>
          <a:prstGeom prst="rect">
            <a:avLst/>
          </a:prstGeom>
          <a:solidFill>
            <a:srgbClr val="F8FBFE"/>
          </a:solidFill>
          <a:ln w="7620">
            <a:solidFill>
              <a:srgbClr val="DDEA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32841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Adăugăm rolul agentului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80360" y="3328416"/>
            <a:ext cx="0" cy="475488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71800" y="3328416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voce discursivă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06440" y="3328416"/>
            <a:ext cx="0" cy="475488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332841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Potrivit pentru EchoChamber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începe să devină util când contextul este formatat și folosit într-un răspuns.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complet = regăsire + generare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1556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nu înseamnă doar să avem un index vectorial.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 RAG caută fragmente relevante, le introduce într-un prompt și cere modelului să genereze un răspuns folosind acele fragmente.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21031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nou  →  regăsire semantică  →  context selectat  →  prompt cu rol  →  LLM  →  răspuns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34840" y="2697480"/>
            <a:ext cx="0" cy="68580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108960" y="34015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17720" y="34015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 →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38404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a construit regăsirea semantica. C6 adauga generarea.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= selectează contextul.  C6 = generează cu context.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LLM-ul nu vede corpusul. Vede contextul selectat.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15568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Corpusul poate avea mii de comentarii. Modelul nu primește tot corpusul.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primește doar câteva fragmente selectate prin regăsire semantică.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aceea, răspunsul depinde de ce intră în context.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2212848"/>
            <a:ext cx="8138160" cy="1481328"/>
          </a:xfrm>
          <a:prstGeom prst="rect">
            <a:avLst/>
          </a:prstGeom>
          <a:solidFill>
            <a:srgbClr val="D6E4F0"/>
          </a:solidFill>
          <a:ln w="19050">
            <a:solidFill>
              <a:srgbClr val="2C5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331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complet ≠ contextul modelului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Contextul modelului = top-k fragmente + instrucțiuni + rol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nu intră în context nu poate influența răspunsul.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Două tipuri de context în EchoChamber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8138160" cy="530352"/>
          </a:xfrm>
          <a:prstGeom prst="rect">
            <a:avLst/>
          </a:prstGeom>
          <a:solidFill>
            <a:srgbClr val="2C5F8A"/>
          </a:solidFill>
          <a:ln w="7620">
            <a:solidFill>
              <a:srgbClr val="2C5F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context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4600" y="1143000"/>
            <a:ext cx="0" cy="530352"/>
          </a:xfrm>
          <a:prstGeom prst="line">
            <a:avLst/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114300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conține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0" y="1143000"/>
            <a:ext cx="0" cy="530352"/>
          </a:xfrm>
          <a:prstGeom prst="line">
            <a:avLst/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114300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produce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673352"/>
            <a:ext cx="8138160" cy="530352"/>
          </a:xfrm>
          <a:prstGeom prst="rect">
            <a:avLst/>
          </a:prstGeom>
          <a:solidFill>
            <a:srgbClr val="F8FBFE"/>
          </a:solidFill>
          <a:ln w="7620">
            <a:solidFill>
              <a:srgbClr val="DDEA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7335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1673352"/>
            <a:ext cx="0" cy="530352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67335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știri, date, surse oficiale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1673352"/>
            <a:ext cx="0" cy="530352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67335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Răspuns verificabil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203704"/>
            <a:ext cx="81381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DEA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203704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Discursiv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14600" y="2203704"/>
            <a:ext cx="0" cy="530352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220370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comentarii, retorice, tonuri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2203704"/>
            <a:ext cx="0" cy="530352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220370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de bulă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2450592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EchoChamber, lucrăm mai ales cu context discursiv.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vrem doar să aflăm „ce este adevărat”, ci și „cum este interpretat evenimentul într-o bulă”.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246120"/>
            <a:ext cx="8138160" cy="777240"/>
          </a:xfrm>
          <a:prstGeom prst="rect">
            <a:avLst/>
          </a:prstGeom>
          <a:solidFill>
            <a:srgbClr val="F8F8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291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Contextul factual susține verificarea.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3291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Contextul discursiv susține simularea unei voci sociale.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Contextul factual susține verificarea. Contextul discursiv susține simularea unei voci sociale.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Bulele sunt în context, nu în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155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Folosim același model lingvistic pentru mai multe bule.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Diferența vine din corpusul recuperat și din rolul atribuit agentului.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Dacă schimbăm contextul, schimbăm comportamentul.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9933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ACELAȘI INPUT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8138160" cy="475488"/>
          </a:xfrm>
          <a:prstGeom prst="rect">
            <a:avLst/>
          </a:prstGeom>
          <a:solidFill>
            <a:srgbClr val="EFF3F7"/>
          </a:solidFill>
          <a:ln w="10160">
            <a:solidFill>
              <a:srgbClr val="C8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40280"/>
            <a:ext cx="7818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„CCR a decis anularea alegerilor după suspiciuni privind influențe externe.”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COMPORTAMENTE DIFERITE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3063240"/>
            <a:ext cx="2578608" cy="1005840"/>
          </a:xfrm>
          <a:prstGeom prst="rect">
            <a:avLst/>
          </a:prstGeom>
          <a:solidFill>
            <a:srgbClr val="FFF5F5"/>
          </a:solidFill>
          <a:ln w="16510">
            <a:solidFill>
              <a:srgbClr val="FFBB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12724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Anti-sistem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47472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instituțiile apar ca suspecte și compromise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3063240"/>
            <a:ext cx="2578608" cy="1005840"/>
          </a:xfrm>
          <a:prstGeom prst="rect">
            <a:avLst/>
          </a:prstGeom>
          <a:solidFill>
            <a:srgbClr val="FFF8EC"/>
          </a:solidFill>
          <a:ln w="16510">
            <a:solidFill>
              <a:srgbClr val="FFCC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12724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Conspiraționist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347472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evenimentul apare ca rezultat al unor forțe ascunse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89320" y="3063240"/>
            <a:ext cx="2578608" cy="1005840"/>
          </a:xfrm>
          <a:prstGeom prst="rect">
            <a:avLst/>
          </a:prstGeom>
          <a:solidFill>
            <a:srgbClr val="D6E4F0"/>
          </a:solidFill>
          <a:ln w="16510">
            <a:solidFill>
              <a:srgbClr val="2C5F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312724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Pro-european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80760" y="347472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pe reguli, proceduri și stabilitate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Modelul este același. Contextul produce diferența de voce.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simplu = model + rol + context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155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= model  +  rol  +  context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Modelul generează limbaj. Rolul stabilește vocea și regulile răspunsului. Contextul ancorează răspunsul în date.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2304288"/>
            <a:ext cx="8138160" cy="502920"/>
          </a:xfrm>
          <a:prstGeom prst="rect">
            <a:avLst/>
          </a:prstGeom>
          <a:solidFill>
            <a:srgbClr val="2C5F8A"/>
          </a:solidFill>
          <a:ln w="7620">
            <a:solidFill>
              <a:srgbClr val="2C5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30428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2304288"/>
            <a:ext cx="0" cy="502920"/>
          </a:xfrm>
          <a:prstGeom prst="line">
            <a:avLst/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30428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Fără ea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807208"/>
            <a:ext cx="8138160" cy="502920"/>
          </a:xfrm>
          <a:prstGeom prst="rect">
            <a:avLst/>
          </a:prstGeom>
          <a:solidFill>
            <a:srgbClr val="F8FBFE"/>
          </a:solidFill>
          <a:ln w="7620">
            <a:solidFill>
              <a:srgbClr val="DDEA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8072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2807208"/>
            <a:ext cx="0" cy="502920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280720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există răspuns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310128"/>
            <a:ext cx="81381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DEA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1012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29000" y="3310128"/>
            <a:ext cx="0" cy="502920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331012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răspuns generic, fără voce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813048"/>
            <a:ext cx="8138160" cy="502920"/>
          </a:xfrm>
          <a:prstGeom prst="rect">
            <a:avLst/>
          </a:prstGeom>
          <a:solidFill>
            <a:srgbClr val="F8FBFE"/>
          </a:solidFill>
          <a:ln w="7620">
            <a:solidFill>
              <a:srgbClr val="DDEA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81304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3813048"/>
            <a:ext cx="0" cy="502920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381304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răspuns neancorat în corpus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C6 agentul nu are încă memorie conversațională. Este un agent simplu, apel cu apel.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Șablonul de prompt controlează răspunsul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155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loc să scriem manual prompturi diferite, folosim un șablon.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Șablonul stabilește ce primește modelul de fiecare dată: rol, input, context și formatul răspunsului.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4389120" cy="2103120"/>
          </a:xfrm>
          <a:prstGeom prst="rect">
            <a:avLst/>
          </a:prstGeom>
          <a:solidFill>
            <a:srgbClr val="EFF3F7"/>
          </a:solidFill>
          <a:ln w="10160">
            <a:solidFill>
              <a:srgbClr val="C8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4114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Șablonul de prompt al agentului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 agent: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{agent_role}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{input_text}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recuperat: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{retrieved_context}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Sarcină: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Răspunde în vocea agentului, folosind doar contextul relevant.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4920" y="201168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variabilă ({agent_role}, {input_text}, {retrieved_context})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completată dinamic pentru fiecare apel.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Șablonul face răspunsurile comparabile între bule.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Șablonul face răspunsurile comparabile între bule.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arată un prompt RAG bun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70432"/>
            <a:ext cx="411480" cy="47548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7043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170432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Definește rolul agentului.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1480" cy="47548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1051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810512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inputul nou.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450592"/>
            <a:ext cx="411480" cy="47548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505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450592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fragmentele recuperate.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090672"/>
            <a:ext cx="411480" cy="47548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9067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090672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 explicit folosirea contextului și evitarea inventării.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76732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prompt RAG bun nu spune doar „răspunde”. El spune din ce poziție răspunde agentul, ce context are voie să folosească și ce format trebuie să respecte.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slab = context lipit la întâmplare. RAG bun = context selectat + instrucțiuni clare.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Același input, comportamente diferite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78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475488"/>
          </a:xfrm>
          <a:prstGeom prst="rect">
            <a:avLst/>
          </a:prstGeom>
          <a:solidFill>
            <a:srgbClr val="EFF3F7"/>
          </a:solidFill>
          <a:ln w="10160">
            <a:solidFill>
              <a:srgbClr val="C8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25880"/>
            <a:ext cx="7818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„CCR a decis anularea alegerilor după suspiciuni privind influențe externe.”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8138160" cy="475488"/>
          </a:xfrm>
          <a:prstGeom prst="rect">
            <a:avLst/>
          </a:prstGeom>
          <a:solidFill>
            <a:srgbClr val="2C5F8A"/>
          </a:solidFill>
          <a:ln w="7620">
            <a:solidFill>
              <a:srgbClr val="2C5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2024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Condiție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1920240"/>
            <a:ext cx="0" cy="475488"/>
          </a:xfrm>
          <a:prstGeom prst="line">
            <a:avLst/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1920240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Răspuns probabil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395728"/>
            <a:ext cx="8138160" cy="475488"/>
          </a:xfrm>
          <a:prstGeom prst="rect">
            <a:avLst/>
          </a:prstGeom>
          <a:solidFill>
            <a:srgbClr val="F8FBFE"/>
          </a:solidFill>
          <a:ln w="7620">
            <a:solidFill>
              <a:srgbClr val="DDEA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9572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Fără RAG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97480" y="2395728"/>
            <a:ext cx="0" cy="475488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2395728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răspuns generic despre instituții și alegeri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871216"/>
            <a:ext cx="81381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DEA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7121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Anti-sistem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97480" y="2871216"/>
            <a:ext cx="0" cy="475488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2871216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pe neîncredere în instituții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346704"/>
            <a:ext cx="8138160" cy="475488"/>
          </a:xfrm>
          <a:prstGeom prst="rect">
            <a:avLst/>
          </a:prstGeom>
          <a:solidFill>
            <a:srgbClr val="F8FBFE"/>
          </a:solidFill>
          <a:ln w="7620">
            <a:solidFill>
              <a:srgbClr val="DDEA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346704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Conspiraționist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97480" y="3346704"/>
            <a:ext cx="0" cy="475488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88920" y="3346704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pe forțe ascunse și coordonare externă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822192"/>
            <a:ext cx="81381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DEA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82219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Pro-european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97480" y="3822192"/>
            <a:ext cx="0" cy="475488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88920" y="3822192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pe proceduri, reguli și stabilitate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Diferența nu vine doar din prompt. Vine din combinația rol + context.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Erori frecvente în agenții RAG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15568"/>
            <a:ext cx="8138160" cy="502920"/>
          </a:xfrm>
          <a:prstGeom prst="rect">
            <a:avLst/>
          </a:prstGeom>
          <a:solidFill>
            <a:srgbClr val="2C5F8A"/>
          </a:solidFill>
          <a:ln w="7620">
            <a:solidFill>
              <a:srgbClr val="2C5F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155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31720" y="1115568"/>
            <a:ext cx="0" cy="502920"/>
          </a:xfrm>
          <a:prstGeom prst="line">
            <a:avLst/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111556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Simptom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49240" y="1115568"/>
            <a:ext cx="0" cy="502920"/>
          </a:xfrm>
          <a:prstGeom prst="line">
            <a:avLst/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0680" y="11155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618488"/>
            <a:ext cx="8138160" cy="502920"/>
          </a:xfrm>
          <a:prstGeom prst="rect">
            <a:avLst/>
          </a:prstGeom>
          <a:solidFill>
            <a:srgbClr val="F8FBFE"/>
          </a:solidFill>
          <a:ln w="7620">
            <a:solidFill>
              <a:srgbClr val="DDEA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184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slab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31720" y="1618488"/>
            <a:ext cx="0" cy="502920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61848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răspuns convingator, dar neancorat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618488"/>
            <a:ext cx="0" cy="502920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161848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curățare corpus + top-k mai bun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121408"/>
            <a:ext cx="81381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DEA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1214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slab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31720" y="2121408"/>
            <a:ext cx="0" cy="502920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212140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toate bulele sună la fel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49240" y="2121408"/>
            <a:ext cx="0" cy="502920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0680" y="21214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mai clar și mai specific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2624328"/>
            <a:ext cx="8138160" cy="502920"/>
          </a:xfrm>
          <a:prstGeom prst="rect">
            <a:avLst/>
          </a:prstGeom>
          <a:solidFill>
            <a:srgbClr val="F8FBFE"/>
          </a:solidFill>
          <a:ln w="7620">
            <a:solidFill>
              <a:srgbClr val="DDEA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6243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ignorat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331720" y="2624328"/>
            <a:ext cx="0" cy="502920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262432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modelul inventează peste fragmente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49240" y="2624328"/>
            <a:ext cx="0" cy="502920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262432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instrucțiune explicită + format verificabil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127248"/>
            <a:ext cx="81381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DEA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1272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prea lung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31720" y="3127248"/>
            <a:ext cx="0" cy="502920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23160" y="312724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răspunsul pierde firul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49240" y="3127248"/>
            <a:ext cx="0" cy="502920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312724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mai scurt și mai relevant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 RAG nu e bun doar pentru că folosește RAG. Trebuie verificat.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oferă control parțial, nu adevăr garantat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1556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ajută modelul să răspundă pe baza unui corpus, dar nu garantează adevărul.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Dacă datele sunt slabe, dacă regăsirea e greșită sau dacă promptul e vag, răspunsul poate fi problematic.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938528"/>
            <a:ext cx="8138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slab → răspuns slab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irelevant → răspuns irelevant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vag → voce generică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prea liber → halucinații peste context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1938528"/>
            <a:ext cx="3657600" cy="1645920"/>
          </a:xfrm>
          <a:prstGeom prst="rect">
            <a:avLst/>
          </a:prstGeom>
          <a:solidFill>
            <a:srgbClr val="F8F8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66360" y="20299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 verifică?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66360" y="2450592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Omul verifică răspunsul: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Este răspunsul ancorat în corpus?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Reflectă vocea bulei?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Este factual verificabil?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reduce riscul, dar nu elimină nevoia de verificare umană.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simplu sau agent cu memorie?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15568"/>
            <a:ext cx="8138160" cy="475488"/>
          </a:xfrm>
          <a:prstGeom prst="rect">
            <a:avLst/>
          </a:prstGeom>
          <a:solidFill>
            <a:srgbClr val="2C5F8A"/>
          </a:solidFill>
          <a:ln w="7620">
            <a:solidFill>
              <a:srgbClr val="2C5F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1556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Criteriu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31720" y="1115568"/>
            <a:ext cx="0" cy="475488"/>
          </a:xfrm>
          <a:prstGeom prst="line">
            <a:avLst/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111556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simplu — C6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115568"/>
            <a:ext cx="0" cy="475488"/>
          </a:xfrm>
          <a:prstGeom prst="line">
            <a:avLst/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11556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cu memorie — C7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591056"/>
            <a:ext cx="8138160" cy="475488"/>
          </a:xfrm>
          <a:prstGeom prst="rect">
            <a:avLst/>
          </a:prstGeom>
          <a:solidFill>
            <a:srgbClr val="F8FBFE"/>
          </a:solidFill>
          <a:ln w="7620">
            <a:solidFill>
              <a:srgbClr val="DDEA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9105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apeluri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31720" y="1591056"/>
            <a:ext cx="0" cy="475488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59105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1591056"/>
            <a:ext cx="0" cy="475488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59105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legate prin istoric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066544"/>
            <a:ext cx="81381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DEA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06654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31720" y="2066544"/>
            <a:ext cx="0" cy="475488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206654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în prompt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2066544"/>
            <a:ext cx="0" cy="475488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206654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menținut în stare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2542032"/>
            <a:ext cx="8138160" cy="475488"/>
          </a:xfrm>
          <a:prstGeom prst="rect">
            <a:avLst/>
          </a:prstGeom>
          <a:solidFill>
            <a:srgbClr val="F8FBFE"/>
          </a:solidFill>
          <a:ln w="7620">
            <a:solidFill>
              <a:srgbClr val="DDEA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54203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331720" y="2542032"/>
            <a:ext cx="0" cy="475488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254203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mică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0" y="2542032"/>
            <a:ext cx="0" cy="475488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254203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mare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017520"/>
            <a:ext cx="81381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DEA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01752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31720" y="3017520"/>
            <a:ext cx="0" cy="475488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23160" y="301752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răspuns ancorat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0" y="3017520"/>
            <a:ext cx="0" cy="475488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301752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conversație și orchestrare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36576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C6 construim fundația: un agent care răspunde la un input folosind context.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C7 adăugăm memorie, stare și coordonare între agenți.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 = fundația. C7 = orchestrarea.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știm că agentul funcționează?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15568"/>
            <a:ext cx="8138160" cy="475488"/>
          </a:xfrm>
          <a:prstGeom prst="rect">
            <a:avLst/>
          </a:prstGeom>
          <a:solidFill>
            <a:srgbClr val="2C5F8A"/>
          </a:solidFill>
          <a:ln w="7620">
            <a:solidFill>
              <a:srgbClr val="2C5F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1556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46120" y="1115568"/>
            <a:ext cx="0" cy="475488"/>
          </a:xfrm>
          <a:prstGeom prst="line">
            <a:avLst/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115568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trebare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591056"/>
            <a:ext cx="8138160" cy="475488"/>
          </a:xfrm>
          <a:prstGeom prst="rect">
            <a:avLst/>
          </a:prstGeom>
          <a:solidFill>
            <a:srgbClr val="F8FBFE"/>
          </a:solidFill>
          <a:ln w="7620">
            <a:solidFill>
              <a:srgbClr val="DDEA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9105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Folosește contextul?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591056"/>
            <a:ext cx="0" cy="475488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591056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 informații din fragmentele recuperate?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066544"/>
            <a:ext cx="81381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DEA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06654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Păstrează rolul?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2066544"/>
            <a:ext cx="0" cy="475488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066544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Tonul rămâne coerent cu bula?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542032"/>
            <a:ext cx="8138160" cy="475488"/>
          </a:xfrm>
          <a:prstGeom prst="rect">
            <a:avLst/>
          </a:prstGeom>
          <a:solidFill>
            <a:srgbClr val="F8FBFE"/>
          </a:solidFill>
          <a:ln w="7620">
            <a:solidFill>
              <a:srgbClr val="DDEA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4203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stabil?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2542032"/>
            <a:ext cx="0" cy="475488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2542032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Răspunde similar la același input?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017520"/>
            <a:ext cx="81381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DEA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01752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verificabil?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3017520"/>
            <a:ext cx="0" cy="475488"/>
          </a:xfrm>
          <a:prstGeom prst="line">
            <a:avLst/>
          </a:prstGeom>
          <a:noFill/>
          <a:ln w="7620">
            <a:solidFill>
              <a:srgbClr val="DDEA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017520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Putem vedea ce fragmente au fost folosite?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65760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evaluăm încă sistemul complet. Facem o verificare minimală, suficientă pentru laborator.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răspuns bun trebuie să fie ancorat, coerent și verificabil.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 C6: ce construim azi?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943600" cy="384048"/>
          </a:xfrm>
          <a:prstGeom prst="rect">
            <a:avLst/>
          </a:prstGeom>
          <a:solidFill>
            <a:srgbClr val="EFF3F7"/>
          </a:solidFill>
          <a:ln w="10160">
            <a:solidFill>
              <a:srgbClr val="C8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566928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notebooks/student_XX/C6_01_rag_agent_response.ipynb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8196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PAȘI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2075688"/>
            <a:ext cx="594360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încarcăm indexul FAISS și metadatele din C5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alegem agentul / bula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recuperăm top-k fragmente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 promptul cu rol și context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apelăm LLM-ul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salvăm răspunsul și fragmentele folosite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097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FIȘIERE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0" y="137160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C1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core/agent.py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C1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prompts/agent_response_template.md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C1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outputs/c6_agent_tests.jsonl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final, fiecare student poate genera un răspuns RAG pentru agentul său.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finalul C6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Sistemul produce primele răspunsuri reale ancorate în corpus.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Pentru fiecare input, putem vedea: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8138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agent a răspuns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fragmente au fost recuperate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prompt a fost trimis modelului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răspuns a fost generat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3090672"/>
            <a:ext cx="8138160" cy="658368"/>
          </a:xfrm>
          <a:prstGeom prst="rect">
            <a:avLst/>
          </a:prstGeom>
          <a:solidFill>
            <a:srgbClr val="12182E"/>
          </a:solidFill>
          <a:ln w="12700">
            <a:solidFill>
              <a:srgbClr val="2C3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09067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= selectează contextul    ·    C6 = generează cu context    ·    C7 = orchestrează agenții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886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 transformă memoria semantică din C5 într-un agent RAG funcțional.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 transformă memoria semantică din C5 într-un agent RAG funcțional.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 6 – RAG și agenți simpli: de la context la răspuns</dc:title>
  <dc:subject>PptxGenJS Presentation</dc:subject>
  <dc:creator>PptxGenJS</dc:creator>
  <cp:lastModifiedBy>PptxGenJS</cp:lastModifiedBy>
  <cp:revision>1</cp:revision>
  <dcterms:created xsi:type="dcterms:W3CDTF">2026-05-11T18:11:35Z</dcterms:created>
  <dcterms:modified xsi:type="dcterms:W3CDTF">2026-05-11T18:11:35Z</dcterms:modified>
</cp:coreProperties>
</file>